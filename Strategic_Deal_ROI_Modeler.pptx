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 flow ($K)</c:v>
                </c:pt>
              </c:strCache>
            </c:strRef>
          </c:tx>
          <c:spPr>
            <a:solidFill>
              <a:srgbClr val="2F4BD6"/>
            </a:solidFill>
            <a:ln w="38100" cap="flat">
              <a:solidFill>
                <a:srgbClr val="2F4B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4BD6"/>
              </a:solidFill>
              <a:ln w="9525" cap="flat">
                <a:solidFill>
                  <a:srgbClr val="2F4B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  <c:pt idx="12">
                    <c:v>24</c:v>
                  </c:pt>
                  <c:pt idx="13">
                    <c:v>26</c:v>
                  </c:pt>
                  <c:pt idx="14">
                    <c:v>28</c:v>
                  </c:pt>
                  <c:pt idx="15">
                    <c:v>30</c:v>
                  </c:pt>
                  <c:pt idx="16">
                    <c:v>32</c:v>
                  </c:pt>
                  <c:pt idx="17">
                    <c:v>34</c:v>
                  </c:pt>
                  <c:pt idx="18">
                    <c:v>36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-2000</c:v>
                </c:pt>
                <c:pt idx="1">
                  <c:v>-1943</c:v>
                </c:pt>
                <c:pt idx="2">
                  <c:v>-1700</c:v>
                </c:pt>
                <c:pt idx="3">
                  <c:v>-1269</c:v>
                </c:pt>
                <c:pt idx="4">
                  <c:v>-792</c:v>
                </c:pt>
                <c:pt idx="5">
                  <c:v>-315</c:v>
                </c:pt>
                <c:pt idx="6">
                  <c:v>162</c:v>
                </c:pt>
                <c:pt idx="7">
                  <c:v>639</c:v>
                </c:pt>
                <c:pt idx="8">
                  <c:v>1116</c:v>
                </c:pt>
                <c:pt idx="9">
                  <c:v>1593</c:v>
                </c:pt>
                <c:pt idx="10">
                  <c:v>2071</c:v>
                </c:pt>
                <c:pt idx="11">
                  <c:v>2548</c:v>
                </c:pt>
                <c:pt idx="12">
                  <c:v>3025</c:v>
                </c:pt>
                <c:pt idx="13">
                  <c:v>3502</c:v>
                </c:pt>
                <c:pt idx="14">
                  <c:v>3979</c:v>
                </c:pt>
                <c:pt idx="15">
                  <c:v>4456</c:v>
                </c:pt>
                <c:pt idx="16">
                  <c:v>4933</c:v>
                </c:pt>
                <c:pt idx="17">
                  <c:v>5410</c:v>
                </c:pt>
                <c:pt idx="18">
                  <c:v>5887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783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783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7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783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783"/>
                    </a:solidFill>
                    <a:latin typeface="Arial"/>
                  </a:rPr>
                  <a:t>$ thousands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2F4B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Worst</c:v>
                  </c:pt>
                  <c:pt idx="1">
                    <c:v>Base</c:v>
                  </c:pt>
                  <c:pt idx="2">
                    <c:v>Best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15.1</c:v>
                </c:pt>
                <c:pt idx="1">
                  <c:v>78.5</c:v>
                </c:pt>
                <c:pt idx="2">
                  <c:v>119.5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is a full-stack TypeScript deal-desk app: enter a partner deal, get full economics, scenarios, sensitivity, and a recommendation. Built to demonstrate the analytics behind pricing, strategic deals and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deal economics live in scattered spreadsheets with inconsistent formulas, no scenario analysis, and no standard approval hurdle. This app standardizes all of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capabilities: full deal economics, time-phased cash flows, scenario analysis, sensitivity sweeps, an auto-generated business case, and seeded sample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Two-tier architecture. All financial math lives in one pure module on the server (finance.ts) — the browser is just a renderer, so the UI and any API consumer can never disagree on a number. types.ts is the shared contract, mirrored on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evaluate flow end to end. Validation happens before any math, so the engine only sees clean input. One response carries metrics, three scenarios, and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 of the model: the headline economics. ROI is defined as net profit over total incentive spend. The figures shown are the real computed output for the default seeded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two: the time value of money. Cash flows are ramped monthly, NPV uses a monthly discount rate, and IRR is solved by bisection for robustness. The chart is the real cumulative cash flow for the default deal — it crosses zero at the 11.3-month payback.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risk view. Scenario analysis re-runs the whole engine under worst/base/best assumptions. Sensitivity sweeps a single driver across a range so you can see which lever ROI is most exposed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layer. A transparent rules engine scores the deal against ROI, NPV, and payback hurdles, plus a worst-case profitability gate, and emits a plain-English rationale an executive can read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engineering. A lean, modern TypeScript stack with a deliberately layered backend and a small presentational React tree. The pure engine, finance.ts, is the heart of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engineering tradeoffs and why each was made: a pure server-side engine, bisection IRR for robustness, monthly ramped cash flows for realism, and a contract-first type design for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This project demonstrates full-stack TypeScript, financial modeling (NPV/IRR/ROI), scenario and sensitivity analysis, REST API design, and data visualization — applied to strategic deal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914400" cy="914400"/>
          </a:xfrm>
          <a:prstGeom prst="ellipse">
            <a:avLst/>
          </a:prstGeom>
          <a:solidFill>
            <a:srgbClr val="2F4BD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74066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· TYPESCRIPT · REACT + NODE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Deal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Modeler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deal-desk application for pricing, incentive, and investment decisions — modeling ROI, NPV, IRR, payback, scenarios, and an executive business case.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NPV / IRR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30552" y="4160520"/>
            <a:ext cx="163129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0" name="Text 7"/>
          <p:cNvSpPr/>
          <p:nvPr/>
        </p:nvSpPr>
        <p:spPr>
          <a:xfrm>
            <a:off x="2130552" y="4160520"/>
            <a:ext cx="16312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26434" y="4160520"/>
            <a:ext cx="1126541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2" name="Text 9"/>
          <p:cNvSpPr/>
          <p:nvPr/>
        </p:nvSpPr>
        <p:spPr>
          <a:xfrm>
            <a:off x="3926434" y="4160520"/>
            <a:ext cx="11265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17566" y="4160520"/>
            <a:ext cx="1715414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4" name="Text 11"/>
          <p:cNvSpPr/>
          <p:nvPr/>
        </p:nvSpPr>
        <p:spPr>
          <a:xfrm>
            <a:off x="5217566" y="4160520"/>
            <a:ext cx="1715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business case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desks decide with scattered spreadsheets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strategic partner deal asks the same question: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incentive worth the return?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that answer lives in ad-hoc spreadsheets — inconsistent formulas, no scenario view, and no standard bar a deal must clear before it reaches an executive.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00600" y="1481328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01768" y="1728216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4708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math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938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analyst's sheet computes ROI differently.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2542032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01768" y="2788920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907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downside view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235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only — the worst case is unknown.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0600" y="3602736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01768" y="3849624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9684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hurdle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23560" y="40599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defines approve vs. revise.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 ROI Modeler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application does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00784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38" y="1829166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economics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revenue, profit, incentive cost, net profit, ROI.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700784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686" y="182916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Time-phased cash flow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75304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monthly cash flows drive NPV, IRR &amp; payback.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1700784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334" y="1829166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3952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/ base / best on volume, attach &amp; margin.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" y="3419856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8" y="354823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6656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vs. any driver, live, across a range.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55848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75304" y="3419856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686" y="354823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75304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business case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75304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revise vs. ROI, NPV &amp; payback hurdles.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54496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3952" y="3419856"/>
            <a:ext cx="493776" cy="493776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334" y="3548238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deals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473952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seeded deals — useful on first load.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 ROI Modeler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tiers, one shared contract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localhost:5173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EF1FB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DealForm — inputs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816352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EF1F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Scenario · Sensitivity · Business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4198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E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 — typed fetch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48132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464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84648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· localhost:4000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84648" y="221284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E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5294376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routes/deals.ts — validate + HTTP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84648" y="2816352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5294376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lib/finance.ts — PURE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84648" y="34198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E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5294376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data/sampleDeals.ts — seeds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87952" y="2697480"/>
            <a:ext cx="758952" cy="0"/>
          </a:xfrm>
          <a:prstGeom prst="line">
            <a:avLst/>
          </a:prstGeom>
          <a:noFill/>
          <a:ln w="25400">
            <a:solidFill>
              <a:srgbClr val="2F4BD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87952" y="3063240"/>
            <a:ext cx="758952" cy="0"/>
          </a:xfrm>
          <a:prstGeom prst="line">
            <a:avLst/>
          </a:prstGeom>
          <a:noFill/>
          <a:ln w="25400">
            <a:solidFill>
              <a:srgbClr val="5B6783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4114800" y="2432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types.ts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shared DealInput / DealMetrics contract, mirrored on both sides (rename a field → compile error, not a runtime bug).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“Evaluate”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2F4BD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 inputs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78992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deal and clicks Evaluate.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457200" cy="457200"/>
          </a:xfrm>
          <a:prstGeom prst="ellipse">
            <a:avLst/>
          </a:prstGeom>
          <a:solidFill>
            <a:srgbClr val="2F4BD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/api/deals/evaluate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78992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request body sent by api.ts.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457200" cy="457200"/>
          </a:xfrm>
          <a:prstGeom prst="ellipse">
            <a:avLst/>
          </a:prstGeom>
          <a:solidFill>
            <a:srgbClr val="2F4BD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then compute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78992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checked; pure engine runs.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457200" cy="457200"/>
          </a:xfrm>
          <a:prstGeom prst="ellipse">
            <a:avLst/>
          </a:prstGeom>
          <a:solidFill>
            <a:srgbClr val="2F4BD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scenarios + rec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78992" y="3648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Economics, 3 scenarios, recommendation.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457200" cy="457200"/>
          </a:xfrm>
          <a:prstGeom prst="ellipse">
            <a:avLst/>
          </a:prstGeom>
          <a:solidFill>
            <a:srgbClr val="2F4BD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78992" y="4288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cash-flow chart, business case.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1481328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EvaluateResponse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1938528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input:   DealInput,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metrics: 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grossRevenue, grossProfit,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totalIncentiveCost,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netProfit, roiPct,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npv, irrPct,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paybackMonths,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breakEvenUnits,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cumulativeCashFlows[]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scenarios:     [W, B, B],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recommendation: { ... }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 ROI Modeler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deal economics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attachedUnits  = committedUnits x attach%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grossRevenue   = attachedUnits x revenue/unit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grossProfit    = grossRevenue x margin%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variableInc    = perUnitIncentive x units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fixedInc       = fixedAnnualInc x years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totalIncentive = upfront + variableInc + fixedInc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netProfit      = grossProfit - totalIncentive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           = netProfit / totalIncentive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334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here is return on incentive spend — the number a deal desk actually defends.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$19.1M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7804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$13.4M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7804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$5.89M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uses the default seeded deal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value: NPV, IRR, payback, break-even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83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902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monthly cash flows (volume builds, then holds) — t₀ is the upfront outflow; the series crosses zero at payback.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23560" y="148132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4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NPV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monthly flows at a monthly rate derived from the annual discount rate.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4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IRR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bisection — robust on irregular, sign-changing cash flows.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356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$4.56M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23560" y="3264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0" y="3264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(ANNUALIZED)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mo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23560" y="4315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186K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315200" y="4315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UNITS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&amp; sensitivity analysis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81328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ROI — base deal flexed by volume, attach &amp; margin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03520" y="1481328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04688" y="1682496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8013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04688" y="2212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(−20/−20/−10%), Base, Best (+15/+10/+5%) re-run the full engine.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03520" y="3035808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04688" y="3236976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3558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sensitivity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504688" y="3767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any driver (attach, incentive, margin…) 60–140% and watch ROI respond live.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 ROI Modeler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numbers to an approval decision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5564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2F6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Hurdles: ROI ≥ 25%  ·  NPV ≥ 0  ·  payback ≤ 75% of term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1576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660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of 78% clears the 25% hurdle.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7296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3118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is positive at $4,560,778.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3016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35753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 11 months is inside the 27-month limit.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8736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0325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profitable even in the worst case.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 engine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4754880" y="20574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F4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recommend()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scores the base case against three funding hurdles, then applies a worst-case gate: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hurdles pass + worst case profitable  →  Approve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hurdles pass + worst case loses  →  Approve with conditions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hurdle fails  →  Revise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writes a plain-English line — the body of the business case, ready for an approver.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structure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Recharts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25237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TypeScript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2880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CSS (no framework)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contract, both sides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059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28800" y="4059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strict · engine hand-verified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48132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664208"/>
            <a:ext cx="3611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strategic-deal-roi-modeler/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backend/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src/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server.ts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types.ts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routes/deals.ts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lib/finance.ts      ← engine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 data/sampleDeals.ts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frontend/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src/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App.tsx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api.ts · format.ts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components/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DealForm.tsx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ResultsPanel.tsx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ScenarioTable.tsx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SensitivityChart.tsx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E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BusinessCase.tsx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F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&amp; tradeoffs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9344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282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math server-side, in one pure module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1856232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renders; the engine is the single source of truth and is unit-testable in isolation.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450592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94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414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for IRR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98448" y="26974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over speed — it can't diverge on irregular cash flows and needs no derivative.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14553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91840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107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55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flows with a volume ramp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98448" y="353872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annual model overstates early cash; ramping makes payback and NPV realistic.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9867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33088"/>
            <a:ext cx="457200" cy="457200"/>
          </a:xfrm>
          <a:prstGeom prst="ellipse">
            <a:avLst/>
          </a:prstGeom>
          <a:solidFill>
            <a:srgbClr val="EEF1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519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types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98448" y="437997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DealInput / DealMetrics turns a field rename into a compile error, not a silent bug.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analytics,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deal desk in code — the modeling, the risk view, and the recommendation an executive needs to approve a strategic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115922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2115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TypeScript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29154" y="2880360"/>
            <a:ext cx="740664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8" name="Text 6"/>
          <p:cNvSpPr/>
          <p:nvPr/>
        </p:nvSpPr>
        <p:spPr>
          <a:xfrm>
            <a:off x="2829154" y="2880360"/>
            <a:ext cx="740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34410" y="2880360"/>
            <a:ext cx="1514246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0" name="Text 8"/>
          <p:cNvSpPr/>
          <p:nvPr/>
        </p:nvSpPr>
        <p:spPr>
          <a:xfrm>
            <a:off x="3734410" y="2880360"/>
            <a:ext cx="15142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13248" y="2880360"/>
            <a:ext cx="1858061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5413248" y="2880360"/>
            <a:ext cx="18580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/ IRR / ROI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13432" y="3429000"/>
            <a:ext cx="2201875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2313432" y="3429000"/>
            <a:ext cx="22018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sensitivity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79899" y="342900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8" name="Text 16"/>
          <p:cNvSpPr/>
          <p:nvPr/>
        </p:nvSpPr>
        <p:spPr>
          <a:xfrm>
            <a:off x="4679899" y="34290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4691" y="3429000"/>
            <a:ext cx="1858061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4691" y="3429000"/>
            <a:ext cx="18580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373782" cy="420624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77640"/>
            <a:ext cx="23737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deal economics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Bhavsar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Deal ROI Modeler</dc:title>
  <dc:subject>PptxGenJS Presentation</dc:subject>
  <dc:creator>Aman Bhavsar</dc:creator>
  <cp:lastModifiedBy>Aman Bhavsar</cp:lastModifiedBy>
  <cp:revision>1</cp:revision>
  <dcterms:created xsi:type="dcterms:W3CDTF">2026-06-27T00:00:13Z</dcterms:created>
  <dcterms:modified xsi:type="dcterms:W3CDTF">2026-06-27T00:00:13Z</dcterms:modified>
</cp:coreProperties>
</file>